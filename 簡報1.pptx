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2BC99-0DE4-4DA8-857E-52A4D812B784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0FEC7-FAFA-46F3-BB20-56C5C56AD7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07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E0FEC7-FAFA-46F3-BB20-56C5C56AD76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559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8D3574-40E6-3FCF-2735-7ECC9DECD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8E1B94-E7F6-C10E-7FE4-64F4EB9E7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387C78-44F9-7043-F83D-E8E00F41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C035BB-9C36-535E-5E81-7FFF0F2F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75B8B6-8CE6-9E4D-BBBE-D68CE287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07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15CA8F-65C0-2B1F-DFDA-391A3BFD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FAB3CE-C3D9-A44A-6681-4CE1CA973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85E6C4-F18C-36DA-36A8-4BBAFBD3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B8E99A-01E9-8D6C-88F6-C7D280F8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1779F6-CC29-E071-81F0-1D1B97A3C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23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8DF00-E09A-2F80-2662-CC14C589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F82C5-147A-81B2-9C75-B50AECE1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FF9FA4-B346-85E9-08E7-7FC22C14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CB9CB9-55F0-E36B-0FFC-111EB9BD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4F90DC-C9D4-27E2-CE06-2C8C4C62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33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E966E6-3A44-22BF-D95D-66DB67B4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2216AB-75D8-D484-A6C7-3319E85FF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8E7BDD8-2F88-CAEF-6840-77542C4FD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C6062D0-59F8-C589-60A0-B8F34611C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BB60E1-BAE6-9C8F-5004-09D80CAF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A8503A-9DC3-FB9B-8891-16F33B3D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63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EE7C1F-B2D0-F8B8-4806-D7D27212A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1682C7-ACB0-C2E5-9F36-52AFE1A49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908153-F920-AA2E-AF44-A48BFFB37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68B7E9-5DAF-71B7-CB35-73DC749F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781967-01DE-0B8A-A1FF-D23C5D39B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1B62116-DE11-3C38-56CD-8A057C68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0A9055-0720-4C16-5C1F-C0510576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CEC71F-33EF-6309-6460-D16CAB16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78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8F99AF-715E-C0E3-0F02-01AB9984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117D453-4410-9994-C6B8-CFA5B988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975BB1F-04BC-89DA-4580-6C9D442E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2AD6D3-B191-B701-D795-499B2621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75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E6EBA92-BF22-8DF3-15AC-7EC234EE8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EA16174-6B39-9F30-9666-5E98D7C1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9D6F83-52D6-737E-1860-9BAE9815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77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7CA1E4-67D0-7F21-3BA0-4AEBF2958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297432-BD44-0CBC-C83B-BB54C4A9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200420A-08DC-4B3E-2A1E-9FCE8E973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C25D18-CBA9-026D-380F-37B503B2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87995D-A243-F9DA-FDCC-CB1E0EF6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14BE2B-2240-8A1F-9DC9-4DDE5900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39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3FDA9-A5D0-3E9F-9165-9BD35436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868B6A0-D8A8-5F5D-72A4-2CFA520F1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717F7C-B156-D7CF-95BA-30485BF2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673D6E-3CA5-FC12-D4CF-28A3144B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0432F1-AFE9-6E1C-2C22-1C30A6E8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62EDFF3-DF60-7549-71DE-70295C9B2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454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6D736-5AF9-78BE-BADC-6374CDE48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C2FD99-00E1-2064-50B8-92F2FA620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EAD997-CED0-3220-C5C7-13D0CA2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2F080-D498-6CE0-67FD-54626304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68FECE-E650-AB98-54FA-F8B455A7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5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4583280-9006-11AC-1BB7-28CDE5862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DB1258B-395B-B06B-352C-7124ABD20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3EA433-AD73-4C12-0C9F-34FC6693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75DBCA-954E-41CD-FAE8-CEC1E99B5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EFE923-C596-5BB9-EA46-045940D3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2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D010819-77F3-9B0D-1519-74F6141C1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BFA43F-41EC-9448-30AC-00F9FC821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1D4B29-3C80-8F92-4336-1011683FE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B2C10-E2DE-403C-B501-A0ADB5B66C49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5E6588-A891-F89A-8A1B-560C08BAC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E0859A-9E02-90EF-8153-C2BA54D45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0B553-5AA5-4E75-8848-31D1843ADAF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35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圓角 5">
            <a:extLst>
              <a:ext uri="{FF2B5EF4-FFF2-40B4-BE49-F238E27FC236}">
                <a16:creationId xmlns:a16="http://schemas.microsoft.com/office/drawing/2014/main" id="{71D98B4F-7288-A4FB-5A00-F9F0A2A8E20F}"/>
              </a:ext>
            </a:extLst>
          </p:cNvPr>
          <p:cNvSpPr/>
          <p:nvPr/>
        </p:nvSpPr>
        <p:spPr>
          <a:xfrm>
            <a:off x="1420761" y="2115242"/>
            <a:ext cx="2391696" cy="237187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DEDF21-1922-7029-7921-D3FDFF9ED71A}"/>
              </a:ext>
            </a:extLst>
          </p:cNvPr>
          <p:cNvSpPr txBox="1"/>
          <p:nvPr/>
        </p:nvSpPr>
        <p:spPr>
          <a:xfrm>
            <a:off x="4264744" y="2705725"/>
            <a:ext cx="7073815" cy="144655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TW" altLang="en-US" sz="4400" b="1" dirty="0">
                <a:ln>
                  <a:solidFill>
                    <a:schemeClr val="tx1"/>
                  </a:solidFill>
                </a:ln>
                <a:latin typeface="微軟正黑體" panose="020B0604030504040204" pitchFamily="34" charset="-120"/>
                <a:ea typeface="微軟正黑體" panose="020B0604030504040204" pitchFamily="34" charset="-120"/>
              </a:rPr>
              <a:t>賽馬娘育成數據紀錄</a:t>
            </a:r>
            <a:r>
              <a:rPr lang="en-US" altLang="zh-TW" sz="4400" b="1" dirty="0">
                <a:ln>
                  <a:solidFill>
                    <a:schemeClr val="tx1"/>
                  </a:solidFill>
                </a:ln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sz="4400" b="1" dirty="0">
                <a:ln>
                  <a:solidFill>
                    <a:schemeClr val="tx1"/>
                  </a:solidFill>
                </a:ln>
                <a:latin typeface="微軟正黑體" panose="020B0604030504040204" pitchFamily="34" charset="-120"/>
                <a:ea typeface="微軟正黑體" panose="020B0604030504040204" pitchFamily="34" charset="-120"/>
              </a:rPr>
              <a:t>篩選</a:t>
            </a:r>
            <a:endParaRPr lang="en-US" altLang="zh-TW" sz="4400" b="1" dirty="0">
              <a:ln>
                <a:solidFill>
                  <a:schemeClr val="tx1"/>
                </a:solidFill>
              </a:ln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pt-BR" altLang="zh-TW" sz="4400" b="1" dirty="0">
                <a:ln>
                  <a:solidFill>
                    <a:schemeClr val="tx1"/>
                  </a:solidFill>
                </a:ln>
                <a:latin typeface="微軟正黑體" panose="020B0604030504040204" pitchFamily="34" charset="-120"/>
                <a:ea typeface="微軟正黑體" panose="020B0604030504040204" pitchFamily="34" charset="-120"/>
              </a:rPr>
              <a:t>UmaTrainingData</a:t>
            </a:r>
            <a:endParaRPr lang="zh-TW" altLang="en-US" sz="4400" b="1" dirty="0">
              <a:ln>
                <a:solidFill>
                  <a:schemeClr val="tx1"/>
                </a:solidFill>
              </a:ln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DFEA9-AA32-78EF-1604-210FEF4F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吃角子老虎機, 螢幕擷取畫面, 卡通 的圖片&#10;&#10;AI 產生的內容可能不正確。">
            <a:extLst>
              <a:ext uri="{FF2B5EF4-FFF2-40B4-BE49-F238E27FC236}">
                <a16:creationId xmlns:a16="http://schemas.microsoft.com/office/drawing/2014/main" id="{A1207267-4D17-DA8C-BF80-15EF272F8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8"/>
          <a:stretch>
            <a:fillRect/>
          </a:stretch>
        </p:blipFill>
        <p:spPr>
          <a:xfrm>
            <a:off x="8728712" y="255637"/>
            <a:ext cx="3085561" cy="6509071"/>
          </a:xfrm>
          <a:prstGeom prst="rect">
            <a:avLst/>
          </a:prstGeom>
        </p:spPr>
      </p:pic>
      <p:pic>
        <p:nvPicPr>
          <p:cNvPr id="5" name="圖片 4" descr="一張含有 文字, 吃角子老虎機, 卡通, 螢幕擷取畫面 的圖片&#10;&#10;AI 產生的內容可能不正確。">
            <a:extLst>
              <a:ext uri="{FF2B5EF4-FFF2-40B4-BE49-F238E27FC236}">
                <a16:creationId xmlns:a16="http://schemas.microsoft.com/office/drawing/2014/main" id="{02CD9897-17E5-D7FB-32BF-B75C137CA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8"/>
          <a:stretch>
            <a:fillRect/>
          </a:stretch>
        </p:blipFill>
        <p:spPr>
          <a:xfrm>
            <a:off x="5643151" y="255637"/>
            <a:ext cx="3085561" cy="650907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4094AE9-4DDE-6C99-9A44-F117542AACC9}"/>
              </a:ext>
            </a:extLst>
          </p:cNvPr>
          <p:cNvSpPr txBox="1"/>
          <p:nvPr/>
        </p:nvSpPr>
        <p:spPr>
          <a:xfrm>
            <a:off x="914400" y="2967335"/>
            <a:ext cx="3498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不知道用哪隻馬跑比賽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...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269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D93F9-CEEB-6E1B-9220-06D8A5FB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3AA1F4F-43F0-819D-2009-5F655A5C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69" y="511937"/>
            <a:ext cx="3410087" cy="5834125"/>
          </a:xfrm>
          <a:prstGeom prst="rect">
            <a:avLst/>
          </a:prstGeom>
        </p:spPr>
      </p:pic>
      <p:pic>
        <p:nvPicPr>
          <p:cNvPr id="8" name="圖片 7" descr="一張含有 文字, 螢幕擷取畫面, 遊戲, 吃角子老虎機 的圖片&#10;&#10;AI 產生的內容可能不正確。">
            <a:extLst>
              <a:ext uri="{FF2B5EF4-FFF2-40B4-BE49-F238E27FC236}">
                <a16:creationId xmlns:a16="http://schemas.microsoft.com/office/drawing/2014/main" id="{AB8E14E4-6EE6-FA16-C2CE-29D8DA7F27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8"/>
          <a:stretch>
            <a:fillRect/>
          </a:stretch>
        </p:blipFill>
        <p:spPr>
          <a:xfrm>
            <a:off x="6625859" y="142239"/>
            <a:ext cx="3085561" cy="6573520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72099328-FF95-B0AF-184A-CD152679A774}"/>
              </a:ext>
            </a:extLst>
          </p:cNvPr>
          <p:cNvGrpSpPr/>
          <p:nvPr/>
        </p:nvGrpSpPr>
        <p:grpSpPr>
          <a:xfrm>
            <a:off x="2279513" y="822960"/>
            <a:ext cx="7291207" cy="2377440"/>
            <a:chOff x="2279513" y="822960"/>
            <a:chExt cx="7291207" cy="237744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ED50409-2A8B-09E6-7619-A4B3D3DD5118}"/>
                </a:ext>
              </a:extLst>
            </p:cNvPr>
            <p:cNvSpPr/>
            <p:nvPr/>
          </p:nvSpPr>
          <p:spPr>
            <a:xfrm>
              <a:off x="2279513" y="2296160"/>
              <a:ext cx="3410087" cy="56896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A369476-FBAB-B2DF-85A9-68DEB5E0B2EB}"/>
                </a:ext>
              </a:extLst>
            </p:cNvPr>
            <p:cNvSpPr/>
            <p:nvPr/>
          </p:nvSpPr>
          <p:spPr>
            <a:xfrm>
              <a:off x="7359513" y="1757680"/>
              <a:ext cx="2211207" cy="29464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79D34C6-E691-2BAF-48A5-A26F35F7746C}"/>
                </a:ext>
              </a:extLst>
            </p:cNvPr>
            <p:cNvSpPr/>
            <p:nvPr/>
          </p:nvSpPr>
          <p:spPr>
            <a:xfrm>
              <a:off x="7359512" y="2905760"/>
              <a:ext cx="2211207" cy="29464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88FC54E-6330-1640-0DF0-68011B508AC9}"/>
                </a:ext>
              </a:extLst>
            </p:cNvPr>
            <p:cNvSpPr/>
            <p:nvPr/>
          </p:nvSpPr>
          <p:spPr>
            <a:xfrm>
              <a:off x="2279513" y="822960"/>
              <a:ext cx="3410087" cy="1412240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3482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9B294-C963-6F3C-4031-488D3AA8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EBD484C-75A2-ACE0-C01F-AF01DB58C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84459"/>
              </p:ext>
            </p:extLst>
          </p:nvPr>
        </p:nvGraphicFramePr>
        <p:xfrm>
          <a:off x="170180" y="2628582"/>
          <a:ext cx="3528060" cy="1600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4030">
                  <a:extLst>
                    <a:ext uri="{9D8B030D-6E8A-4147-A177-3AD203B41FA5}">
                      <a16:colId xmlns:a16="http://schemas.microsoft.com/office/drawing/2014/main" val="2777064885"/>
                    </a:ext>
                  </a:extLst>
                </a:gridCol>
                <a:gridCol w="1764030">
                  <a:extLst>
                    <a:ext uri="{9D8B030D-6E8A-4147-A177-3AD203B41FA5}">
                      <a16:colId xmlns:a16="http://schemas.microsoft.com/office/drawing/2014/main" val="1366473345"/>
                    </a:ext>
                  </a:extLst>
                </a:gridCol>
              </a:tblGrid>
              <a:tr h="3221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73033"/>
                  </a:ext>
                </a:extLst>
              </a:tr>
              <a:tr h="3221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馬娘名稱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844008"/>
                  </a:ext>
                </a:extLst>
              </a:tr>
              <a:tr h="3221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距離適性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短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英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長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355299"/>
                  </a:ext>
                </a:extLst>
              </a:tr>
              <a:tr h="3221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跑法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逃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先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差</a:t>
                      </a:r>
                      <a:r>
                        <a:rPr lang="en-US" altLang="zh-TW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追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948148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星級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星級（</a:t>
                      </a:r>
                      <a:r>
                        <a:rPr lang="en-US" altLang="zh-TW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3~5</a:t>
                      </a: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）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807450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9B114F20-E7D5-2A35-7D85-D2AB8C4CAFA4}"/>
              </a:ext>
            </a:extLst>
          </p:cNvPr>
          <p:cNvSpPr txBox="1"/>
          <p:nvPr/>
        </p:nvSpPr>
        <p:spPr>
          <a:xfrm>
            <a:off x="1328916" y="214376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馬娘資料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5D599EE-B3CB-06AA-AD87-F5D7305DA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93625"/>
              </p:ext>
            </p:extLst>
          </p:nvPr>
        </p:nvGraphicFramePr>
        <p:xfrm>
          <a:off x="4966970" y="2301239"/>
          <a:ext cx="2693670" cy="2255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034">
                  <a:extLst>
                    <a:ext uri="{9D8B030D-6E8A-4147-A177-3AD203B41FA5}">
                      <a16:colId xmlns:a16="http://schemas.microsoft.com/office/drawing/2014/main" val="3730616861"/>
                    </a:ext>
                  </a:extLst>
                </a:gridCol>
                <a:gridCol w="1585636">
                  <a:extLst>
                    <a:ext uri="{9D8B030D-6E8A-4147-A177-3AD203B41FA5}">
                      <a16:colId xmlns:a16="http://schemas.microsoft.com/office/drawing/2014/main" val="1900311118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95827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馬娘名稱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47569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速度數值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641017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耐力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耐力數值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553038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力量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力量數值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30521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根性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根性數值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36406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智力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智力數值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7027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分數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培育完的評分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887101"/>
                  </a:ext>
                </a:extLst>
              </a:tr>
            </a:tbl>
          </a:graphicData>
        </a:graphic>
      </p:graphicFrame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59F2CFC-C1F1-4FC8-1124-12720F5F29AD}"/>
              </a:ext>
            </a:extLst>
          </p:cNvPr>
          <p:cNvCxnSpPr>
            <a:cxnSpLocks/>
          </p:cNvCxnSpPr>
          <p:nvPr/>
        </p:nvCxnSpPr>
        <p:spPr>
          <a:xfrm flipV="1">
            <a:off x="3698240" y="3007360"/>
            <a:ext cx="1268730" cy="711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B5ED55A-FC32-F5FD-B02B-6F73387B1726}"/>
              </a:ext>
            </a:extLst>
          </p:cNvPr>
          <p:cNvCxnSpPr>
            <a:cxnSpLocks/>
          </p:cNvCxnSpPr>
          <p:nvPr/>
        </p:nvCxnSpPr>
        <p:spPr>
          <a:xfrm flipV="1">
            <a:off x="3698240" y="2777331"/>
            <a:ext cx="1268730" cy="2909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067253B-1F7F-C9B7-8161-57EEC8F7EEA4}"/>
              </a:ext>
            </a:extLst>
          </p:cNvPr>
          <p:cNvCxnSpPr>
            <a:cxnSpLocks/>
          </p:cNvCxnSpPr>
          <p:nvPr/>
        </p:nvCxnSpPr>
        <p:spPr>
          <a:xfrm>
            <a:off x="3698240" y="3078480"/>
            <a:ext cx="1268730" cy="505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062D4B8-2780-01D3-DAC0-CD00EB76CAC6}"/>
              </a:ext>
            </a:extLst>
          </p:cNvPr>
          <p:cNvCxnSpPr>
            <a:cxnSpLocks/>
          </p:cNvCxnSpPr>
          <p:nvPr/>
        </p:nvCxnSpPr>
        <p:spPr>
          <a:xfrm>
            <a:off x="3698240" y="3055779"/>
            <a:ext cx="1268730" cy="264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7B2010D-E720-3A62-C701-BCAD64047710}"/>
              </a:ext>
            </a:extLst>
          </p:cNvPr>
          <p:cNvCxnSpPr>
            <a:cxnSpLocks/>
          </p:cNvCxnSpPr>
          <p:nvPr/>
        </p:nvCxnSpPr>
        <p:spPr>
          <a:xfrm>
            <a:off x="3698240" y="3096339"/>
            <a:ext cx="1268730" cy="13631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8C8F63E-F520-1279-CF6E-316C2F898F95}"/>
              </a:ext>
            </a:extLst>
          </p:cNvPr>
          <p:cNvCxnSpPr>
            <a:cxnSpLocks/>
          </p:cNvCxnSpPr>
          <p:nvPr/>
        </p:nvCxnSpPr>
        <p:spPr>
          <a:xfrm>
            <a:off x="3698240" y="3055779"/>
            <a:ext cx="1268730" cy="805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773BECC-BDEE-9AC1-1A8D-258F89456C84}"/>
              </a:ext>
            </a:extLst>
          </p:cNvPr>
          <p:cNvCxnSpPr>
            <a:cxnSpLocks/>
          </p:cNvCxnSpPr>
          <p:nvPr/>
        </p:nvCxnSpPr>
        <p:spPr>
          <a:xfrm>
            <a:off x="3698240" y="3068320"/>
            <a:ext cx="1268730" cy="11062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2D19CBC4-C650-D0CE-BCF7-EC3B93C7983A}"/>
              </a:ext>
            </a:extLst>
          </p:cNvPr>
          <p:cNvSpPr txBox="1"/>
          <p:nvPr/>
        </p:nvSpPr>
        <p:spPr>
          <a:xfrm>
            <a:off x="5452030" y="1870649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每次培育結果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4D16D5B7-87F8-952A-9E29-E3E3FF7A4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401115"/>
              </p:ext>
            </p:extLst>
          </p:nvPr>
        </p:nvGraphicFramePr>
        <p:xfrm>
          <a:off x="9053327" y="2538900"/>
          <a:ext cx="2551430" cy="15169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9524">
                  <a:extLst>
                    <a:ext uri="{9D8B030D-6E8A-4147-A177-3AD203B41FA5}">
                      <a16:colId xmlns:a16="http://schemas.microsoft.com/office/drawing/2014/main" val="1783593321"/>
                    </a:ext>
                  </a:extLst>
                </a:gridCol>
                <a:gridCol w="1501906">
                  <a:extLst>
                    <a:ext uri="{9D8B030D-6E8A-4147-A177-3AD203B41FA5}">
                      <a16:colId xmlns:a16="http://schemas.microsoft.com/office/drawing/2014/main" val="4180373755"/>
                    </a:ext>
                  </a:extLst>
                </a:gridCol>
              </a:tblGrid>
              <a:tr h="3225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欄位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86775"/>
                  </a:ext>
                </a:extLst>
              </a:tr>
              <a:tr h="3225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名稱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支援卡名稱</a:t>
                      </a:r>
                      <a:endParaRPr lang="zh-TW" altLang="en-US" sz="18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536155"/>
                  </a:ext>
                </a:extLst>
              </a:tr>
              <a:tr h="87196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類型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速度／耐力／力量／根性／智力／友人</a:t>
                      </a:r>
                      <a:endParaRPr lang="zh-TW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442275"/>
                  </a:ext>
                </a:extLst>
              </a:tr>
            </a:tbl>
          </a:graphicData>
        </a:graphic>
      </p:graphicFrame>
      <p:grpSp>
        <p:nvGrpSpPr>
          <p:cNvPr id="52" name="群組 51">
            <a:extLst>
              <a:ext uri="{FF2B5EF4-FFF2-40B4-BE49-F238E27FC236}">
                <a16:creationId xmlns:a16="http://schemas.microsoft.com/office/drawing/2014/main" id="{EFD38F3E-81FB-8FB9-C29B-A4BC8BFE6E43}"/>
              </a:ext>
            </a:extLst>
          </p:cNvPr>
          <p:cNvGrpSpPr/>
          <p:nvPr/>
        </p:nvGrpSpPr>
        <p:grpSpPr>
          <a:xfrm rot="777021" flipH="1">
            <a:off x="7565286" y="2734616"/>
            <a:ext cx="1566915" cy="1671258"/>
            <a:chOff x="6286684" y="2291252"/>
            <a:chExt cx="1566915" cy="1671258"/>
          </a:xfrm>
        </p:grpSpPr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730AB9A7-D709-82EB-BEAC-64D739E5272A}"/>
                </a:ext>
              </a:extLst>
            </p:cNvPr>
            <p:cNvCxnSpPr>
              <a:cxnSpLocks/>
            </p:cNvCxnSpPr>
            <p:nvPr/>
          </p:nvCxnSpPr>
          <p:spPr>
            <a:xfrm rot="777021" flipV="1">
              <a:off x="6443041" y="2567017"/>
              <a:ext cx="1373592" cy="6122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FB76320-0A83-4BFD-C65E-2586D10E4C91}"/>
                </a:ext>
              </a:extLst>
            </p:cNvPr>
            <p:cNvCxnSpPr>
              <a:cxnSpLocks/>
            </p:cNvCxnSpPr>
            <p:nvPr/>
          </p:nvCxnSpPr>
          <p:spPr>
            <a:xfrm rot="777021" flipV="1">
              <a:off x="6473187" y="2291252"/>
              <a:ext cx="1380412" cy="88200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F6C08821-C957-7C78-5711-70357BFEFABC}"/>
                </a:ext>
              </a:extLst>
            </p:cNvPr>
            <p:cNvCxnSpPr>
              <a:cxnSpLocks/>
            </p:cNvCxnSpPr>
            <p:nvPr/>
          </p:nvCxnSpPr>
          <p:spPr>
            <a:xfrm rot="777021" flipV="1">
              <a:off x="6377873" y="3141197"/>
              <a:ext cx="1383224" cy="317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8A23FAF8-549F-53F7-7772-6266C6704136}"/>
                </a:ext>
              </a:extLst>
            </p:cNvPr>
            <p:cNvCxnSpPr>
              <a:cxnSpLocks/>
            </p:cNvCxnSpPr>
            <p:nvPr/>
          </p:nvCxnSpPr>
          <p:spPr>
            <a:xfrm rot="777021" flipV="1">
              <a:off x="6410417" y="2831761"/>
              <a:ext cx="1378682" cy="32163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5BF8C6E2-F589-9580-B62B-70094E242630}"/>
                </a:ext>
              </a:extLst>
            </p:cNvPr>
            <p:cNvCxnSpPr>
              <a:cxnSpLocks/>
            </p:cNvCxnSpPr>
            <p:nvPr/>
          </p:nvCxnSpPr>
          <p:spPr>
            <a:xfrm rot="777021">
              <a:off x="6286684" y="3181563"/>
              <a:ext cx="1393229" cy="7809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A0DE91-7E03-F158-24AF-F8B2696880FF}"/>
                </a:ext>
              </a:extLst>
            </p:cNvPr>
            <p:cNvCxnSpPr>
              <a:cxnSpLocks/>
            </p:cNvCxnSpPr>
            <p:nvPr/>
          </p:nvCxnSpPr>
          <p:spPr>
            <a:xfrm rot="777021">
              <a:off x="6342626" y="3148383"/>
              <a:ext cx="1402319" cy="28066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3FEFD2DD-5493-A79B-627D-280AD25066D9}"/>
                </a:ext>
              </a:extLst>
            </p:cNvPr>
            <p:cNvCxnSpPr>
              <a:cxnSpLocks/>
            </p:cNvCxnSpPr>
            <p:nvPr/>
          </p:nvCxnSpPr>
          <p:spPr>
            <a:xfrm rot="777021">
              <a:off x="6320783" y="3143222"/>
              <a:ext cx="1378683" cy="4782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ACA5F761-9D14-AEFB-054E-2823BC30C7CA}"/>
              </a:ext>
            </a:extLst>
          </p:cNvPr>
          <p:cNvSpPr txBox="1"/>
          <p:nvPr/>
        </p:nvSpPr>
        <p:spPr>
          <a:xfrm>
            <a:off x="9599347" y="212150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支援卡搭配</a:t>
            </a:r>
          </a:p>
        </p:txBody>
      </p:sp>
    </p:spTree>
    <p:extLst>
      <p:ext uri="{BB962C8B-B14F-4D97-AF65-F5344CB8AC3E}">
        <p14:creationId xmlns:p14="http://schemas.microsoft.com/office/powerpoint/2010/main" val="3237947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106</Words>
  <Application>Microsoft Office PowerPoint</Application>
  <PresentationFormat>寬螢幕</PresentationFormat>
  <Paragraphs>39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昱翰 李</dc:creator>
  <cp:lastModifiedBy>昱翰 李</cp:lastModifiedBy>
  <cp:revision>3</cp:revision>
  <dcterms:created xsi:type="dcterms:W3CDTF">2025-10-28T03:39:49Z</dcterms:created>
  <dcterms:modified xsi:type="dcterms:W3CDTF">2025-10-28T06:08:13Z</dcterms:modified>
</cp:coreProperties>
</file>